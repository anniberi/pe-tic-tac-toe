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557f45c39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557f45c39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557f45c39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557f45c39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557f45c3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557f45c3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557f45c39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557f45c39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557f45c395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557f45c395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557f45c395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557f45c395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557f45c395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557f45c395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57f45c395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57f45c395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57f45c395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57f45c395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57f45c395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57f45c395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57f45c395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57f45c395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1557f45c395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1557f45c395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557f45c395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557f45c395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Iks-oks igra sa umjetnom inteligencijom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1858700" y="3270926"/>
            <a:ext cx="5361300" cy="10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Projekat za Praktikum elektronike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Profesor: red. prof. dr Abdulah Akšamović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Student: Berina Biberović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Ideja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819150" y="1058325"/>
            <a:ext cx="7505700" cy="33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Napraviti sistem koji omogućava igranje iks-oksa između dva igrača ili igrača i mašine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Optimalna strategija za pobjedu iks-oksa: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9588" y="2163025"/>
            <a:ext cx="2024824" cy="2024824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3188850" y="4308650"/>
            <a:ext cx="276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Calibri"/>
                <a:ea typeface="Calibri"/>
                <a:cs typeface="Calibri"/>
                <a:sym typeface="Calibri"/>
              </a:rPr>
              <a:t>Slika 1: optimalna strategija za pobjedu iks-oksa, preuzeto iz “A Fractal Guide to Tic Tac Toe” od I. Stewart iz Scientific American, vol. 283, no.2, 2000. godina </a:t>
            </a:r>
            <a:endParaRPr sz="6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1</a:t>
            </a:r>
            <a:endParaRPr/>
          </a:p>
        </p:txBody>
      </p:sp>
      <p:sp>
        <p:nvSpPr>
          <p:cNvPr id="100" name="Google Shape;100;p15"/>
          <p:cNvSpPr txBox="1"/>
          <p:nvPr>
            <p:ph idx="1" type="body"/>
          </p:nvPr>
        </p:nvSpPr>
        <p:spPr>
          <a:xfrm>
            <a:off x="819150" y="1206500"/>
            <a:ext cx="7505700" cy="32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Minimax algoritam kao standard koji se koristi pri programiranju mašine za igranje iks-oksa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Pokušaj implementacije navedenog algoritma na PIC16F1939 mikrokontroleru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PROBLEM: Rekurzija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Minimax algoritam radi tako što pretpostavi svako moguće buduće stanje table u zavisnosti od stanja table u toku igre, pa na osnovu toga uradi potez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Pozivi ugniježdenih funkcija se na PIC16F1939 ograničavaju na 14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Maksimalna dubina poziva u minimax algoritmu za iks-oks je 10, ali kompajler ipak ne dozvoljava nikako rekurziju da ne bi došlo do greške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2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Pokušaj prevođenja minimax algoritma iz rekurzivnog u funkcionalno programiranje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Previše kompleksan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Ovaj pokušaj je završio sa veoma neurednim kodom koji je bio skoro pa nemguć za debug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819150" y="7406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Solucija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819150" y="1757950"/>
            <a:ext cx="7505700" cy="26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Solucija je bila ne koristiti minimax algoritam, već implementirati naivni algoritam koji radi dovoljno dobro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Dovoljno dobro znači da </a:t>
            </a:r>
            <a:r>
              <a:rPr lang="en"/>
              <a:t>nije kao minimax algoritam koji će uvijek završiti ili pobjedom računara ili neriješenim, već da postoji i mogućnost da igrač može pobijediti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830700" y="839625"/>
            <a:ext cx="4023300" cy="35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Tri koraka:</a:t>
            </a:r>
            <a:endParaRPr/>
          </a:p>
          <a:p>
            <a:pPr indent="-304800" lvl="1" marL="914400" rtl="0" algn="l">
              <a:spcBef>
                <a:spcPts val="1200"/>
              </a:spcBef>
              <a:spcAft>
                <a:spcPts val="0"/>
              </a:spcAft>
              <a:buSzPts val="1200"/>
              <a:buAutoNum type="alphaLcPeriod"/>
            </a:pPr>
            <a:r>
              <a:rPr lang="en"/>
              <a:t>Provjera da li mašina može pobijediti u idućem potezu, ako može onda odraditi potez koji će pobijediti igru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/>
              <a:t>Provjera da li igrač može pobijediti u idućem potezu, ukoliko može onda izvršiti blokadu tog poteza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/>
              <a:t>Ukoliko ne mogu pobijediti niti mašina niti igrač u narednom potezu, onda se znak postavlja na prvo slobodno polje iz uređene liste polja: {5, 2, 4, 1, 3, 7, 9, 6, 8}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5188" y="1089288"/>
            <a:ext cx="2964925" cy="296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/>
        </p:nvSpPr>
        <p:spPr>
          <a:xfrm>
            <a:off x="5208275" y="1089300"/>
            <a:ext cx="944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1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6257800" y="1089150"/>
            <a:ext cx="83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2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7202325" y="1089150"/>
            <a:ext cx="83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3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5260775" y="2106150"/>
            <a:ext cx="83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4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8"/>
          <p:cNvSpPr txBox="1"/>
          <p:nvPr/>
        </p:nvSpPr>
        <p:spPr>
          <a:xfrm>
            <a:off x="6257800" y="2106150"/>
            <a:ext cx="83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5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 txBox="1"/>
          <p:nvPr/>
        </p:nvSpPr>
        <p:spPr>
          <a:xfrm>
            <a:off x="7254825" y="2106150"/>
            <a:ext cx="83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6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5260775" y="3123000"/>
            <a:ext cx="83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7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6257800" y="3123150"/>
            <a:ext cx="83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8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7254825" y="3123150"/>
            <a:ext cx="839700" cy="9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latin typeface="Calibri"/>
                <a:ea typeface="Calibri"/>
                <a:cs typeface="Calibri"/>
                <a:sym typeface="Calibri"/>
              </a:rPr>
              <a:t>9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3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198250" y="1143000"/>
            <a:ext cx="7505700" cy="36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Kako prikazati stanje table u toku igre?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Mreža 3x3 multipleksiranih LED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Zelene diode - iks, crvene diode - oks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Ako diode trepere približno brzinom od </a:t>
            </a:r>
            <a:br>
              <a:rPr lang="en"/>
            </a:br>
            <a:r>
              <a:rPr lang="en"/>
              <a:t>30 Hz onda ljudsko oko to </a:t>
            </a:r>
            <a:r>
              <a:rPr lang="en"/>
              <a:t>interpretira kao</a:t>
            </a:r>
            <a:br>
              <a:rPr lang="en"/>
            </a:br>
            <a:r>
              <a:rPr lang="en"/>
              <a:t>konstantan rad dioda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Prekidna rutina se aktivira približno svakih</a:t>
            </a:r>
            <a:br>
              <a:rPr lang="en"/>
            </a:br>
            <a:r>
              <a:rPr lang="en"/>
              <a:t>16 ms, tada se ažurira stanje table u skladu </a:t>
            </a:r>
            <a:br>
              <a:rPr lang="en"/>
            </a:br>
            <a:r>
              <a:rPr lang="en"/>
              <a:t>sa unešenim komandama, te se alternira </a:t>
            </a:r>
            <a:br>
              <a:rPr lang="en"/>
            </a:br>
            <a:r>
              <a:rPr lang="en"/>
              <a:t>boja dioda koja se u tom trenutku prikazuje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Zbog multipleksiranja, u jednom trenutku se</a:t>
            </a:r>
            <a:br>
              <a:rPr lang="en"/>
            </a:br>
            <a:r>
              <a:rPr lang="en"/>
              <a:t>prikazuju samo sve aktivne zelene ili crvene diode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5275" y="565200"/>
            <a:ext cx="41529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4</a:t>
            </a:r>
            <a:endParaRPr/>
          </a:p>
        </p:txBody>
      </p:sp>
      <p:sp>
        <p:nvSpPr>
          <p:cNvPr id="140" name="Google Shape;140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Kako igrač može unijeti koje polje želi da odigra?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3x3 mreža sa slide switch-evima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PCB predložak modeliran u odnosu na MMS1208 slide switch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Potrebno je da igrač pomjeri prekidač u jednu pa u drugu stranu na odgovarajućoj lokaciji (dakle, lokacija LED i lokacija switch-a se podudaraju)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Preko istih slide switch-eva je implementirano da se pokreće i zaustavlja igra, bira PvP ili PvE modus i ukoliko je izabran PvE modus da li mašina ide prva ili druga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5</a:t>
            </a:r>
            <a:endParaRPr/>
          </a:p>
        </p:txBody>
      </p:sp>
      <p:sp>
        <p:nvSpPr>
          <p:cNvPr id="146" name="Google Shape;146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PCB dizajn cijelog sistema?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Poseban problem predstavljaju slide switch-evi koji imaju tri pina i njihova organizacija pločici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Solucija je nezgrapna, ali najjeftinija u ovom slučaju - sastoji se od dodavanja otpornika kako bi vodovi mogli da prelaze jedan preko drugog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751" y="264113"/>
            <a:ext cx="6533251" cy="461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387" y="396487"/>
            <a:ext cx="5919976" cy="435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6474" y="348750"/>
            <a:ext cx="6021800" cy="444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9337" y="244688"/>
            <a:ext cx="6465324" cy="4654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Hvala na pažnji!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